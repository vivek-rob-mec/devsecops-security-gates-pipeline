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4" r:id="rId6"/>
    <p:sldId id="265" r:id="rId7"/>
    <p:sldId id="259" r:id="rId8"/>
    <p:sldId id="263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32716-7C09-3554-DF15-65D660DE2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43433-BEA6-BEDE-C2F3-61A2A02BA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6F4F3-466C-2E93-26AB-17E9CA433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D280F-2A83-4FB1-9BC6-F1256531182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C8A49-81F3-31BB-D38B-EEBD85095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7B6C3-8293-ACA0-5DEC-53299E4AD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EF947-301E-4F89-BC50-F11CCFB4E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266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1A6EC-80E1-0601-2F7E-D62168FDE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D3A2D-6B91-F4DD-AA17-9F52A82B0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3886B-1023-D9D9-8017-68C2D0E46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D280F-2A83-4FB1-9BC6-F1256531182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A8AAF-0004-4004-45BA-E1E797809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4671E-EDE3-160B-3212-BB8826F5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EF947-301E-4F89-BC50-F11CCFB4E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563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8611E-666D-9442-CAFD-78ABD53D5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FACC7-8D81-0D88-403B-642866F46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160DD-8B9E-DCBA-7575-93560059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D280F-2A83-4FB1-9BC6-F1256531182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699A3-B2F8-597C-17AC-3B51FCBED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8810F-495B-4F01-7A80-921BAEFE6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EF947-301E-4F89-BC50-F11CCFB4E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993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3D3B2-513D-D6AD-8720-D18A7CF5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47967-CEC8-8C55-006B-A76CC0FE0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3EFD9-9CB6-4987-0A2E-7DB661344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03FEB-20B1-3D44-033B-948E35D17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D280F-2A83-4FB1-9BC6-F1256531182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EE13D-5BEB-D052-5AA0-6C84EBD0F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D43A8-E64F-BE30-A7A5-F352A1551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EF947-301E-4F89-BC50-F11CCFB4E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822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D5DE-BDBE-C790-D4FE-0DED930D5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AA939-325F-0AE2-61B9-FE04FDF68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5EAE78-77B5-45DE-E243-5EBF85A4F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775593-754E-A847-29A6-2D5A189727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D4C88C-528F-B2E5-BEBD-1FD3601C79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8CB552-33FA-853B-A83A-3D7BB16EA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D280F-2A83-4FB1-9BC6-F1256531182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D5B0A0-B383-0DD0-BAA5-33161038D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421CBF-263E-AC82-2E49-F17FAFE2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EF947-301E-4F89-BC50-F11CCFB4E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686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CA99-F12F-F901-E73A-BD14B7CC7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EFC7E7-F11C-9321-1B6B-33C05E998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D280F-2A83-4FB1-9BC6-F1256531182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74F35D-2D5E-87D8-832F-A6728C751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8005FA-33B6-E6C5-47B4-17313C6BC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EF947-301E-4F89-BC50-F11CCFB4E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761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506FE6-A3CB-7A25-82A2-B127219AB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D280F-2A83-4FB1-9BC6-F1256531182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146B1F-99C6-9501-F554-9E3535F94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21458-9A10-DEC2-F6A4-A776B7DDC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EF947-301E-4F89-BC50-F11CCFB4E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599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1F8DE-7269-67DC-3E16-97A16327C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833F8-7B02-74E0-3850-4D84E6EEE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F55EE-2A60-F71D-BB83-D5425964F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49066-592D-0301-67E6-46D6C4E6C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D280F-2A83-4FB1-9BC6-F1256531182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306F0-33E6-D085-EF74-94824D34D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7E3C3-BD8E-1ADF-122D-EBBCD0AF1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EF947-301E-4F89-BC50-F11CCFB4E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224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17D81-F5F0-57C2-D4F6-25CDAD9CA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80656-16F3-0526-5682-725F0C4DF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70631-662A-47B5-76F2-C7C3560DE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FF541-614D-79BE-9976-CD8B1E30D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D280F-2A83-4FB1-9BC6-F1256531182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95BBF0-0A9E-229B-B17F-D92565A06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97CBD-30CA-D235-C51C-5F24F5FD6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EF947-301E-4F89-BC50-F11CCFB4E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205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AC74D-69A3-575E-5868-660DBD35F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57D21A-3E91-A60A-E0A0-A16AB7F49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A5C41-41F4-2C75-71AE-8719FCE8C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D280F-2A83-4FB1-9BC6-F1256531182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8A0F6-E9BA-40B6-91DC-56EFCBD39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67E4E-1358-546E-CAE5-A12C9DD4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EF947-301E-4F89-BC50-F11CCFB4E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284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DF941E-A93F-72E8-F23C-3702319AD3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B5B806-AB42-328C-650E-81A36F1EA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DF06F-9A9F-D193-0B4C-0F3F4811C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D280F-2A83-4FB1-9BC6-F1256531182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62B17-0CF7-243F-0BF6-E85464018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2E408-A538-1E05-7FD6-54829997D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EF947-301E-4F89-BC50-F11CCFB4E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295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D8187D-4152-6E3D-6057-919C79E66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C5256-96E0-1583-0A32-F9F5B1A18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379B9-026D-7DDA-5064-A435BF0588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9D280F-2A83-4FB1-9BC6-F12565311824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A6E93-B598-B6D7-59EA-FBBFD6331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7C260-901F-2491-4052-64574E118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7EF947-301E-4F89-BC50-F11CCFB4E0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699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78234-14C9-23FB-F94A-00E42C7938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Security Gates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37BD50-2B16-7321-BF00-DAAB0485AC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SCA SAST DAST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254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7A041-02B6-6180-94AF-734030AD5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Abbreviation &amp; Tools used: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BFB36-286E-A740-F496-7D6374164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 – Software Component Analysis</a:t>
            </a:r>
          </a:p>
          <a:p>
            <a:pPr lvl="1"/>
            <a:r>
              <a:rPr lang="en-US" dirty="0"/>
              <a:t>Tools: </a:t>
            </a:r>
            <a:r>
              <a:rPr lang="en-US" dirty="0" err="1"/>
              <a:t>Trivy</a:t>
            </a:r>
            <a:r>
              <a:rPr lang="en-US" dirty="0"/>
              <a:t>, </a:t>
            </a:r>
            <a:r>
              <a:rPr lang="en-US" dirty="0" err="1"/>
              <a:t>owasp</a:t>
            </a:r>
            <a:r>
              <a:rPr lang="en-US" dirty="0"/>
              <a:t> dependency check</a:t>
            </a:r>
          </a:p>
          <a:p>
            <a:r>
              <a:rPr lang="en-US" dirty="0"/>
              <a:t>SAST- Static Application Security Test</a:t>
            </a:r>
          </a:p>
          <a:p>
            <a:pPr lvl="1"/>
            <a:r>
              <a:rPr lang="en-US" dirty="0"/>
              <a:t>Tools: SonarQube, </a:t>
            </a:r>
            <a:r>
              <a:rPr lang="en-US" dirty="0" err="1"/>
              <a:t>Semgrep</a:t>
            </a:r>
            <a:endParaRPr lang="en-US" dirty="0"/>
          </a:p>
          <a:p>
            <a:r>
              <a:rPr lang="en-US" dirty="0"/>
              <a:t>DAST –Dynamic Application Security Test</a:t>
            </a:r>
          </a:p>
          <a:p>
            <a:pPr lvl="1"/>
            <a:r>
              <a:rPr lang="en-US" dirty="0"/>
              <a:t>Tools: </a:t>
            </a:r>
            <a:r>
              <a:rPr lang="en-US" dirty="0" err="1"/>
              <a:t>Zaproxy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1272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64190-49F5-29A6-ADDF-9FFE4D414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sequences: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D5F55-FD4E-A9A0-8F8E-05A30EC3C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095"/>
            <a:ext cx="10515600" cy="5261548"/>
          </a:xfrm>
        </p:spPr>
        <p:txBody>
          <a:bodyPr>
            <a:normAutofit/>
          </a:bodyPr>
          <a:lstStyle/>
          <a:p>
            <a:r>
              <a:rPr lang="en-US" dirty="0"/>
              <a:t>1. preflight check of </a:t>
            </a:r>
            <a:r>
              <a:rPr lang="en-US" dirty="0" err="1"/>
              <a:t>npm</a:t>
            </a:r>
            <a:r>
              <a:rPr lang="en-US" dirty="0"/>
              <a:t>, ssh path</a:t>
            </a:r>
          </a:p>
          <a:p>
            <a:r>
              <a:rPr lang="en-US" dirty="0"/>
              <a:t>2. git checkout</a:t>
            </a:r>
          </a:p>
          <a:p>
            <a:r>
              <a:rPr lang="en-US" dirty="0"/>
              <a:t>3. fast fail security with </a:t>
            </a:r>
            <a:r>
              <a:rPr lang="en-US" dirty="0" err="1"/>
              <a:t>gitleaks</a:t>
            </a:r>
            <a:r>
              <a:rPr lang="en-US" dirty="0"/>
              <a:t>, </a:t>
            </a:r>
            <a:r>
              <a:rPr lang="en-US" dirty="0" err="1"/>
              <a:t>trivy</a:t>
            </a:r>
            <a:r>
              <a:rPr lang="en-US" dirty="0"/>
              <a:t> </a:t>
            </a:r>
            <a:r>
              <a:rPr lang="en-US" dirty="0" err="1"/>
              <a:t>Iac</a:t>
            </a:r>
            <a:r>
              <a:rPr lang="en-US" dirty="0"/>
              <a:t>.</a:t>
            </a:r>
          </a:p>
          <a:p>
            <a:r>
              <a:rPr lang="en-US" dirty="0"/>
              <a:t>4. install </a:t>
            </a:r>
            <a:r>
              <a:rPr lang="en-US" dirty="0" err="1"/>
              <a:t>dpenedency</a:t>
            </a:r>
            <a:endParaRPr lang="en-US" dirty="0"/>
          </a:p>
          <a:p>
            <a:r>
              <a:rPr lang="en-US" dirty="0"/>
              <a:t>5. build</a:t>
            </a:r>
          </a:p>
          <a:p>
            <a:r>
              <a:rPr lang="en-US" dirty="0"/>
              <a:t>6. deep scan of source code with </a:t>
            </a:r>
            <a:r>
              <a:rPr lang="en-US" dirty="0" err="1"/>
              <a:t>trivy</a:t>
            </a:r>
            <a:r>
              <a:rPr lang="en-US" dirty="0"/>
              <a:t> SCA and </a:t>
            </a:r>
            <a:r>
              <a:rPr lang="en-US" dirty="0" err="1"/>
              <a:t>sonarqube</a:t>
            </a:r>
            <a:endParaRPr lang="en-US" dirty="0"/>
          </a:p>
          <a:p>
            <a:r>
              <a:rPr lang="en-US" dirty="0"/>
              <a:t>7. Artifact handling through nexus</a:t>
            </a:r>
          </a:p>
          <a:p>
            <a:r>
              <a:rPr lang="en-IN" dirty="0"/>
              <a:t>8. Deploy</a:t>
            </a:r>
          </a:p>
          <a:p>
            <a:r>
              <a:rPr lang="en-IN" dirty="0"/>
              <a:t>9. Validation &amp; rollback</a:t>
            </a:r>
          </a:p>
          <a:p>
            <a:r>
              <a:rPr lang="en-IN" dirty="0"/>
              <a:t>10. DAST scan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556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A059-862E-941C-6C2B-4D1C18E4A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EA36D-D898-CDF6-C1DF-75CC64A63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Checks our third-party packages and dependency </a:t>
            </a:r>
            <a:r>
              <a:rPr lang="en-US" dirty="0" err="1"/>
              <a:t>lockfile</a:t>
            </a:r>
            <a:r>
              <a:rPr lang="en-US" dirty="0"/>
              <a:t> for known vulnerabilities.</a:t>
            </a:r>
          </a:p>
          <a:p>
            <a:r>
              <a:rPr lang="en-US" dirty="0"/>
              <a:t>Are vulnerable version used directly or transitively</a:t>
            </a:r>
          </a:p>
          <a:p>
            <a:r>
              <a:rPr lang="en-US" dirty="0"/>
              <a:t>We used </a:t>
            </a:r>
            <a:r>
              <a:rPr lang="en-US" dirty="0" err="1"/>
              <a:t>trivy</a:t>
            </a:r>
            <a:r>
              <a:rPr lang="en-US" dirty="0"/>
              <a:t> filesystem scan for it.</a:t>
            </a:r>
          </a:p>
          <a:p>
            <a:r>
              <a:rPr lang="en-US" dirty="0" err="1"/>
              <a:t>Trivy</a:t>
            </a:r>
            <a:r>
              <a:rPr lang="en-US" dirty="0"/>
              <a:t> version: 0.71.2</a:t>
            </a:r>
          </a:p>
          <a:p>
            <a:r>
              <a:rPr lang="en-US" dirty="0"/>
              <a:t>Dependency-check version: 12.2.2</a:t>
            </a:r>
          </a:p>
          <a:p>
            <a:endParaRPr lang="en-US" dirty="0"/>
          </a:p>
          <a:p>
            <a:r>
              <a:rPr lang="en-US" dirty="0"/>
              <a:t>This scans:</a:t>
            </a:r>
          </a:p>
          <a:p>
            <a:pPr lvl="1"/>
            <a:r>
              <a:rPr lang="en-US" dirty="0" err="1"/>
              <a:t>package.json</a:t>
            </a:r>
            <a:endParaRPr lang="en-US" dirty="0"/>
          </a:p>
          <a:p>
            <a:pPr lvl="1"/>
            <a:r>
              <a:rPr lang="en-US" dirty="0"/>
              <a:t>package-</a:t>
            </a:r>
            <a:r>
              <a:rPr lang="en-US" dirty="0" err="1"/>
              <a:t>lock.json</a:t>
            </a:r>
            <a:endParaRPr lang="en-US" dirty="0"/>
          </a:p>
          <a:p>
            <a:pPr lvl="1"/>
            <a:r>
              <a:rPr lang="en-US" dirty="0" err="1"/>
              <a:t>node_modules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466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EA7FA-7E54-1DDB-2FDE-23116A8E3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Owasp</a:t>
            </a:r>
            <a:r>
              <a:rPr lang="en-US" dirty="0"/>
              <a:t> dependency check: 12.2.2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68A72-684C-C6D5-83E4-88B543D26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install </a:t>
            </a:r>
            <a:r>
              <a:rPr lang="en-US" dirty="0" err="1"/>
              <a:t>owasp</a:t>
            </a:r>
            <a:r>
              <a:rPr lang="en-US" dirty="0"/>
              <a:t> dependency check database maintained by NVD (National Vulnerability Database)</a:t>
            </a:r>
          </a:p>
          <a:p>
            <a:r>
              <a:rPr lang="en-IN" dirty="0"/>
              <a:t>Check for vulnerability scanning in third party libraries.</a:t>
            </a:r>
          </a:p>
          <a:p>
            <a:r>
              <a:rPr lang="en-IN" dirty="0"/>
              <a:t>It address </a:t>
            </a:r>
            <a:r>
              <a:rPr lang="en-IN" dirty="0" err="1"/>
              <a:t>owasp</a:t>
            </a:r>
            <a:r>
              <a:rPr lang="en-IN" dirty="0"/>
              <a:t> top 10 vulnerability.</a:t>
            </a:r>
          </a:p>
          <a:p>
            <a:r>
              <a:rPr lang="en-IN" dirty="0"/>
              <a:t>Once the dependency identified with component name and version, and it compares against the NVD database which contains each package CVE’s</a:t>
            </a:r>
          </a:p>
        </p:txBody>
      </p:sp>
    </p:spTree>
    <p:extLst>
      <p:ext uri="{BB962C8B-B14F-4D97-AF65-F5344CB8AC3E}">
        <p14:creationId xmlns:p14="http://schemas.microsoft.com/office/powerpoint/2010/main" val="1676662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2FF20-2445-D33F-B861-1A9C2F455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Secret Scanning: </a:t>
            </a:r>
            <a:r>
              <a:rPr lang="en-US" dirty="0" err="1"/>
              <a:t>gitleaks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7E6DC-DB56-7554-571F-4E0143E6B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Gitleaks</a:t>
            </a:r>
            <a:endParaRPr lang="en-US" dirty="0"/>
          </a:p>
          <a:p>
            <a:r>
              <a:rPr lang="en-US" dirty="0"/>
              <a:t>It scan file currently present in the workspace </a:t>
            </a:r>
          </a:p>
          <a:p>
            <a:r>
              <a:rPr lang="en-US" dirty="0"/>
              <a:t>It recursively scan file and folder</a:t>
            </a:r>
          </a:p>
          <a:p>
            <a:r>
              <a:rPr lang="en-US" dirty="0"/>
              <a:t>We do not scan deleted files, previous commit or full repository git history as it leads to take more and more time.</a:t>
            </a:r>
          </a:p>
          <a:p>
            <a:r>
              <a:rPr lang="en-IN" dirty="0"/>
              <a:t>Working: it reads the repository file as text, and applies built-in detection rule and regular expression for known secret pattern or formats.</a:t>
            </a:r>
          </a:p>
          <a:p>
            <a:r>
              <a:rPr lang="en-IN" dirty="0"/>
              <a:t>Pattern: </a:t>
            </a:r>
            <a:r>
              <a:rPr lang="en-IN" dirty="0" err="1"/>
              <a:t>api</a:t>
            </a:r>
            <a:r>
              <a:rPr lang="en-IN" dirty="0"/>
              <a:t> keys, access tokens, private keys, database credentials, passwords, cloud credentials etc.</a:t>
            </a:r>
          </a:p>
        </p:txBody>
      </p:sp>
    </p:spTree>
    <p:extLst>
      <p:ext uri="{BB962C8B-B14F-4D97-AF65-F5344CB8AC3E}">
        <p14:creationId xmlns:p14="http://schemas.microsoft.com/office/powerpoint/2010/main" val="293649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43F73-199C-E7F6-A259-FCE582D1F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50C6A-5415-A87A-CCA6-BE53793D1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084"/>
            <a:ext cx="10515600" cy="472190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Scan our source code before deployment.</a:t>
            </a:r>
          </a:p>
          <a:p>
            <a:r>
              <a:rPr lang="en-US" dirty="0"/>
              <a:t>Catches insecure pattern early.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Hardcoded secret pattern</a:t>
            </a:r>
          </a:p>
          <a:p>
            <a:pPr lvl="1"/>
            <a:r>
              <a:rPr lang="en-US" dirty="0"/>
              <a:t>Insecure crypto usage</a:t>
            </a:r>
          </a:p>
          <a:p>
            <a:pPr lvl="1"/>
            <a:r>
              <a:rPr lang="en-US" dirty="0"/>
              <a:t>XSS risk</a:t>
            </a:r>
          </a:p>
          <a:p>
            <a:pPr lvl="1"/>
            <a:r>
              <a:rPr lang="en-US" dirty="0"/>
              <a:t>Command injection risk</a:t>
            </a:r>
          </a:p>
          <a:p>
            <a:r>
              <a:rPr lang="en-IN" dirty="0"/>
              <a:t>Why </a:t>
            </a:r>
            <a:r>
              <a:rPr lang="en-IN" dirty="0" err="1"/>
              <a:t>semgrep</a:t>
            </a:r>
            <a:r>
              <a:rPr lang="en-IN" dirty="0"/>
              <a:t> ?</a:t>
            </a:r>
          </a:p>
          <a:p>
            <a:pPr lvl="1"/>
            <a:r>
              <a:rPr lang="en-IN" dirty="0"/>
              <a:t>Opensource and local standalone</a:t>
            </a:r>
          </a:p>
          <a:p>
            <a:pPr lvl="1"/>
            <a:r>
              <a:rPr lang="en-IN" dirty="0"/>
              <a:t>Fast</a:t>
            </a:r>
          </a:p>
          <a:p>
            <a:pPr lvl="1"/>
            <a:r>
              <a:rPr lang="en-IN" dirty="0"/>
              <a:t>Support </a:t>
            </a:r>
            <a:r>
              <a:rPr lang="en-IN" dirty="0" err="1"/>
              <a:t>nodejs</a:t>
            </a:r>
            <a:r>
              <a:rPr lang="en-IN" dirty="0"/>
              <a:t>/</a:t>
            </a:r>
            <a:r>
              <a:rPr lang="en-IN" dirty="0" err="1"/>
              <a:t>javascript</a:t>
            </a:r>
            <a:endParaRPr lang="en-IN" dirty="0"/>
          </a:p>
          <a:p>
            <a:pPr lvl="1"/>
            <a:r>
              <a:rPr lang="en-IN" dirty="0"/>
              <a:t>Output </a:t>
            </a:r>
            <a:r>
              <a:rPr lang="en-IN" dirty="0" err="1"/>
              <a:t>json</a:t>
            </a:r>
            <a:r>
              <a:rPr lang="en-IN" dirty="0"/>
              <a:t>, </a:t>
            </a:r>
            <a:r>
              <a:rPr lang="en-IN" dirty="0" err="1"/>
              <a:t>sarif</a:t>
            </a:r>
            <a:r>
              <a:rPr lang="en-IN" dirty="0"/>
              <a:t> also.</a:t>
            </a:r>
          </a:p>
          <a:p>
            <a:pPr lvl="1"/>
            <a:r>
              <a:rPr lang="en-IN" dirty="0" err="1"/>
              <a:t>Semgrep</a:t>
            </a:r>
            <a:r>
              <a:rPr lang="en-IN" dirty="0"/>
              <a:t> version: 1.168.0</a:t>
            </a:r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5390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59728-31D6-15B3-2B6B-460F50A0F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Sonarqube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5EFCB-5A27-F0FF-66F3-7EE20B105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helps identify,</a:t>
            </a:r>
          </a:p>
          <a:p>
            <a:pPr lvl="1"/>
            <a:r>
              <a:rPr lang="en-US" dirty="0"/>
              <a:t>Bugs</a:t>
            </a:r>
          </a:p>
          <a:p>
            <a:pPr lvl="1"/>
            <a:r>
              <a:rPr lang="en-US" dirty="0"/>
              <a:t>Code smells for maintainability</a:t>
            </a:r>
          </a:p>
          <a:p>
            <a:pPr lvl="1"/>
            <a:r>
              <a:rPr lang="en-US" dirty="0"/>
              <a:t>Vulnerability</a:t>
            </a:r>
          </a:p>
          <a:p>
            <a:pPr lvl="1"/>
            <a:r>
              <a:rPr lang="en-US" dirty="0"/>
              <a:t>Duplication of lines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Version: 26.6.0.123539-community</a:t>
            </a:r>
          </a:p>
          <a:p>
            <a:pPr marL="457200" lvl="1" indent="0">
              <a:buNone/>
            </a:pPr>
            <a:r>
              <a:rPr lang="en-US" dirty="0"/>
              <a:t>It analyzes the codebase against the predefined rule.</a:t>
            </a:r>
          </a:p>
          <a:p>
            <a:pPr marL="457200" lvl="1" indent="0">
              <a:buNone/>
            </a:pPr>
            <a:r>
              <a:rPr lang="en-US" dirty="0"/>
              <a:t>Rules: 0 bugs, 0 high vulnerability, &lt;3% duplicate lines of code.</a:t>
            </a:r>
          </a:p>
        </p:txBody>
      </p:sp>
    </p:spTree>
    <p:extLst>
      <p:ext uri="{BB962C8B-B14F-4D97-AF65-F5344CB8AC3E}">
        <p14:creationId xmlns:p14="http://schemas.microsoft.com/office/powerpoint/2010/main" val="1860175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48021-7209-D223-8C0D-E2D6D462F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57B3B-2EBF-26F6-4D38-9A6BDE1C7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9037"/>
            <a:ext cx="10515600" cy="5853658"/>
          </a:xfrm>
        </p:spPr>
        <p:txBody>
          <a:bodyPr>
            <a:normAutofit/>
          </a:bodyPr>
          <a:lstStyle/>
          <a:p>
            <a:r>
              <a:rPr lang="en-US" dirty="0" err="1"/>
              <a:t>Zaproxy</a:t>
            </a:r>
            <a:r>
              <a:rPr lang="en-US" dirty="0"/>
              <a:t> is used to perform DAST</a:t>
            </a:r>
          </a:p>
          <a:p>
            <a:r>
              <a:rPr lang="en-US" dirty="0" err="1"/>
              <a:t>Zaproxy</a:t>
            </a:r>
            <a:r>
              <a:rPr lang="en-US" dirty="0"/>
              <a:t> version used: 2.17.0</a:t>
            </a:r>
          </a:p>
          <a:p>
            <a:r>
              <a:rPr lang="en-US" dirty="0"/>
              <a:t>We excluded static assets </a:t>
            </a:r>
            <a:r>
              <a:rPr lang="en-US" dirty="0" err="1"/>
              <a:t>svg</a:t>
            </a:r>
            <a:r>
              <a:rPr lang="en-US" dirty="0"/>
              <a:t>, </a:t>
            </a:r>
            <a:r>
              <a:rPr lang="en-US" dirty="0" err="1"/>
              <a:t>css</a:t>
            </a:r>
            <a:r>
              <a:rPr lang="en-US" dirty="0"/>
              <a:t> files, images as it reduces scan time and un-necessary request, and there by reducing load on our </a:t>
            </a:r>
            <a:r>
              <a:rPr lang="en-US" dirty="0" err="1"/>
              <a:t>cpu</a:t>
            </a:r>
            <a:r>
              <a:rPr lang="en-US" dirty="0"/>
              <a:t>.</a:t>
            </a:r>
          </a:p>
          <a:p>
            <a:r>
              <a:rPr lang="en-IN" dirty="0"/>
              <a:t>Spide scan: discover application pages, links, form, reachable endpoints, routes.</a:t>
            </a:r>
          </a:p>
          <a:p>
            <a:r>
              <a:rPr lang="en-IN" dirty="0"/>
              <a:t>Active scan: </a:t>
            </a:r>
          </a:p>
          <a:p>
            <a:pPr lvl="1"/>
            <a:r>
              <a:rPr lang="en-IN" dirty="0"/>
              <a:t>Find insecure header and configuration weakness</a:t>
            </a:r>
          </a:p>
          <a:p>
            <a:pPr lvl="1"/>
            <a:r>
              <a:rPr lang="en-IN" dirty="0"/>
              <a:t>Information disclosure and server side vulnerability</a:t>
            </a:r>
          </a:p>
          <a:p>
            <a:pPr lvl="1"/>
            <a:r>
              <a:rPr lang="en-IN" dirty="0"/>
              <a:t>Command injection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812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C814E-5F45-A8DA-86C5-DE9173F7C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28" y="25087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0903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463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Security Gates</vt:lpstr>
      <vt:lpstr>Abbreviation &amp; Tools used:</vt:lpstr>
      <vt:lpstr>Stage sequences:</vt:lpstr>
      <vt:lpstr>SCA</vt:lpstr>
      <vt:lpstr>Owasp dependency check: 12.2.2</vt:lpstr>
      <vt:lpstr>Secret Scanning: gitleaks</vt:lpstr>
      <vt:lpstr>SAST</vt:lpstr>
      <vt:lpstr>Sonarqube</vt:lpstr>
      <vt:lpstr>DAST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 Saroj</dc:creator>
  <cp:lastModifiedBy>Vivek  Saroj</cp:lastModifiedBy>
  <cp:revision>5</cp:revision>
  <dcterms:created xsi:type="dcterms:W3CDTF">2026-07-22T06:44:34Z</dcterms:created>
  <dcterms:modified xsi:type="dcterms:W3CDTF">2026-07-22T10:50:26Z</dcterms:modified>
</cp:coreProperties>
</file>